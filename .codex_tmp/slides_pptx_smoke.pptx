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52760" y="6355080"/>
            <a:ext cx="960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000">
                <a:solidFill>
                  <a:srgbClr val="0F172A"/>
                </a:solidFill>
                <a:latin typeface="Microsoft YaHei"/>
              </a:defRPr>
            </a:pPr>
            <a:r>
              <a:t>测试封面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234440"/>
            <a:ext cx="5486400" cy="4983480"/>
          </a:xfrm>
          <a:prstGeom prst="round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3561588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Microsoft YaHei"/>
              </a:defRPr>
            </a:pPr>
            <a:r>
              <a:t>配图暂未生成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0528" y="1298448"/>
            <a:ext cx="5074920" cy="4800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E293B"/>
                </a:solidFill>
                <a:latin typeface="Microsoft YaHei"/>
              </a:defRPr>
            </a:pPr>
            <a:r>
              <a:t>固定模板</a:t>
            </a:r>
          </a:p>
          <a:p>
            <a:pPr>
              <a:spcAft>
                <a:spcPts val="1000"/>
              </a:spcAft>
              <a:defRPr sz="2100">
                <a:solidFill>
                  <a:srgbClr val="1E293B"/>
                </a:solidFill>
                <a:latin typeface="Microsoft YaHei"/>
              </a:defRPr>
            </a:pPr>
            <a:r>
              <a:t>一页一图加文字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52760" y="6355080"/>
            <a:ext cx="960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000">
                <a:solidFill>
                  <a:srgbClr val="0F172A"/>
                </a:solidFill>
                <a:latin typeface="Microsoft YaHei"/>
              </a:defRPr>
            </a:pPr>
            <a:r>
              <a:t>第二页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234440"/>
            <a:ext cx="5486400" cy="4983480"/>
          </a:xfrm>
          <a:prstGeom prst="round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3561588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Microsoft YaHei"/>
              </a:defRPr>
            </a:pPr>
            <a:r>
              <a:t>配图暂未生成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0528" y="1298448"/>
            <a:ext cx="5074920" cy="4800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E293B"/>
                </a:solidFill>
                <a:latin typeface="Microsoft YaHei"/>
              </a:defRPr>
            </a:pPr>
            <a:r>
              <a:t>标题</a:t>
            </a:r>
          </a:p>
          <a:p>
            <a:pPr>
              <a:spcAft>
                <a:spcPts val="1000"/>
              </a:spcAft>
              <a:defRPr sz="2100">
                <a:solidFill>
                  <a:srgbClr val="1E293B"/>
                </a:solidFill>
                <a:latin typeface="Microsoft YaHei"/>
              </a:defRPr>
            </a:pPr>
            <a:r>
              <a:t>正文</a:t>
            </a:r>
          </a:p>
          <a:p>
            <a:pPr>
              <a:spcAft>
                <a:spcPts val="1000"/>
              </a:spcAft>
              <a:defRPr sz="2100">
                <a:solidFill>
                  <a:srgbClr val="1E293B"/>
                </a:solidFill>
                <a:latin typeface="Microsoft YaHei"/>
              </a:defRPr>
            </a:pPr>
            <a:r>
              <a:t>配图位置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